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la Madeleine Location Review Insights</a:t>
            </a:r>
          </a:p>
        </p:txBody>
      </p:sp>
      <p:pic>
        <p:nvPicPr>
          <p:cNvPr id="3" name="Picture 2" descr="review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76656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9144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Key Highlights</a:t>
            </a:r>
          </a:p>
          <a:p>
            <a:pPr>
              <a:defRPr sz="1200"/>
            </a:pPr>
            <a:r>
              <a:t>Top rated location (&gt;= 1044 reviews): Parkway Village (Houston, TX) with avg rating 4.37 across 1215 reviews.</a:t>
            </a:r>
          </a:p>
          <a:p>
            <a:pPr>
              <a:defRPr sz="1200"/>
            </a:pPr>
            <a:r>
              <a:t>Lowest rated location (&gt;= 1044 reviews): Presidio Junction (Ft. Worth, TX) at 3.88; indicates service quality variance.</a:t>
            </a:r>
          </a:p>
          <a:p>
            <a:pPr>
              <a:defRPr sz="1200"/>
            </a:pPr>
            <a:r>
              <a:t>Highest volume location: MacArthur (Irving, TX) with 1688 reviews and avg rating 4.12.</a:t>
            </a:r>
          </a:p>
          <a:p>
            <a:pPr>
              <a:defRPr sz="1200"/>
            </a:pPr>
            <a:r>
              <a:t>Review-to-location match coverage is 100.0% (32232/32232).</a:t>
            </a:r>
          </a:p>
          <a:p>
            <a:pPr>
              <a:defRPr sz="1200"/>
            </a:pPr>
            <a:r>
              <a:t>Rating spread across stable locations is 0.49 points, useful for geo-prioritized deep dives.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